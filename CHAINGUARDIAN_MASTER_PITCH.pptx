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8000" b="1">
                <a:solidFill>
                  <a:srgbClr val="FFFFFF"/>
                </a:solidFill>
                <a:latin typeface="Segoe UI"/>
              </a:defRPr>
            </a:pPr>
            <a:r>
              <a:t>CHAINGUARDIAN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3200">
                <a:solidFill>
                  <a:srgbClr val="F1F3F4"/>
                </a:solidFill>
                <a:latin typeface="Segoe UI"/>
              </a:defRPr>
            </a:pPr>
            <a:r>
              <a:t>An AI-Powered Global Supply Chain Resilience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3803904" y="4572000"/>
            <a:ext cx="1143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46904" y="4572000"/>
            <a:ext cx="1143000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9904" y="4572000"/>
            <a:ext cx="1143000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32904" y="4572000"/>
            <a:ext cx="1143000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1. The Global Vulnerability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EA4335"/>
                </a:solidFill>
                <a:latin typeface="Segoe UI"/>
              </a:defRPr>
            </a:pPr>
            <a:r>
              <a:t>Supply Chains Are Inherently Fragile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Traditional Risk Management is Reactive: Companies rely on delayed reports and manual data analysis when disasters strike.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The Geospatial Blind Spot: Shipping routes and ports span the entire globe; monitoring them against live disasters is computationally expensive.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Catastrophic Financial Hemorrhage: When a port goes offline unexpectedly, millions of dollars in cargo are trapped, and rerouting decisions take 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2. Introducing ChainGuardian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4285F4"/>
                </a:solidFill>
                <a:latin typeface="Segoe UI"/>
              </a:defRPr>
            </a:pPr>
            <a:r>
              <a:t>Proactive, AI-Driven Command Center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What it is: A real-time, interactive geospatial dashboard that cross-references live natural disaster feeds with global shipping hubs.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Instant Visibility: Command center UI provides immediate visual indicators of network stability and active disruptions.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Intelligent Mitigation: Doesn't just report problems; it uses AI to actively generate rerouting strategies to save capital.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3. Live GDACS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FBBC04"/>
                </a:solidFill>
                <a:latin typeface="Segoe UI"/>
              </a:defRPr>
            </a:pPr>
            <a:r>
              <a:t>Real-Time Disaster Telemetry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Global Polling: The backend continuously polls the Global Disaster Alert and Coordination System (GDACS) API via RSS XML.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Dynamic Threat Mapping: Ingests live Earthquakes, Cyclones, and Floods, parsing exact geospatial coordinates (Lat/Lon) and severity.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Live UI Updates: The frontend alert marquee immediately broadcast live threats to operators, maintaining absolute real-time awareness.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4. NVIDIA RAPIDS Acceleration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34A853"/>
                </a:solidFill>
                <a:latin typeface="Segoe UI"/>
              </a:defRPr>
            </a:pPr>
            <a:r>
              <a:t>Geospatial Computations in Milliseconds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The Computational Bottleneck: Calculating the Haversine distance between thousands of live ships, ports, and expanding disaster radii is extremely slow on standard CPUs.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GPU-Accelerated Dataframes: The architecture is built to leverage NVIDIA RAPIDS (cuDF), pushing geospatial joins directly to the GPU.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Result: Reduces complex network vulnerability recalculations from minutes down to 1.8 seconds (a 25x simulated speedup over Pandas).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6. Enterprise &amp; Competitor Parity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4285F4"/>
                </a:solidFill>
                <a:latin typeface="Segoe UI"/>
              </a:defRPr>
            </a:pPr>
            <a:r>
              <a:t>Going Beyond Basic Dashboards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Real-Time Vessel Visibility: Integrated live ship tracking directly into the map, matching features from platforms like Project44.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Multi-Tier Supplier Mapping: Analyzes cascading risks down to Tier-1 and Tier-2 suppliers, matching capabilities of Resilinc.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Predictive Climate Risk: Utilizes AI to calculate long-term climate risk indexes for individual nodes, rivaling Everstream Analytics.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7. Phase 2 &amp; Future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4285F4"/>
                </a:solidFill>
                <a:latin typeface="Segoe UI"/>
              </a:defRPr>
            </a:pPr>
            <a:r>
              <a:t>Autonomous Agentic Execution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Embedded Assistant: A glassmorphic, interactive chat widget directly integrated into the dashboard using Google Gemini.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Context-Aware Reasoning: Gemini has full context of the network state. When a port turns 'Critical', the AI instantly calculates 'Cargo at Risk' value.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Actionable Outputs: It doesn't just state the problem. It outputs executable strategies (e.g., 'Execute Alpha Fallback via Panama Canal') to mitigate financial loss.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6. Modern Technical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EA4335"/>
                </a:solidFill>
                <a:latin typeface="Segoe UI"/>
              </a:defRPr>
            </a:pPr>
            <a:r>
              <a:t>Built for Speed and Scale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Frontend: React + Vite + TypeScript. Utilizes 'react-simple-maps' for beautiful geospatial rendering and 'framer-motion' for 60fps micro-animations.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Backend: FastAPI (Python). Provides high-throughput async endpoints, CORS middleware, and live data aggregation.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Infrastructure: Fully containerized via Docker and deployed seamlessly to Hugging Face Spaces on an exposed port 7860.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62895" y="6675120"/>
            <a:ext cx="457200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20095" y="6675120"/>
            <a:ext cx="457200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277295" y="6675120"/>
            <a:ext cx="457200" cy="18288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34495" y="6675120"/>
            <a:ext cx="457200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000" b="1">
                <a:solidFill>
                  <a:srgbClr val="202124"/>
                </a:solidFill>
                <a:latin typeface="Segoe UI"/>
              </a:defRPr>
            </a:pPr>
            <a:r>
              <a:t>7. Business Impact &amp; Future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 b="1">
                <a:solidFill>
                  <a:srgbClr val="34A853"/>
                </a:solidFill>
                <a:latin typeface="Segoe UI"/>
              </a:defRPr>
            </a:pPr>
            <a:r>
              <a:t>The Future of Logistics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Immediate Value: Reduces emergency decision latency from 48 hours to 2 seconds, saving global logistics firms billions in trapped capital.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Phase 2 - Live AIS: Integration with real-time ship transponder (AIS) data for per-ship granular tracking.</a:t>
            </a:r>
          </a:p>
          <a:p>
            <a:pPr>
              <a:spcAft>
                <a:spcPts val="2000"/>
              </a:spcAft>
              <a:defRPr sz="2200">
                <a:solidFill>
                  <a:srgbClr val="3C4043"/>
                </a:solidFill>
                <a:latin typeface="Segoe UI"/>
              </a:defRPr>
            </a:pPr>
            <a:r>
              <a:t>•  Phase 3 - Smart Contracts: Automated execution of freight rebooking via blockchain smart contracts the exact millisecond a disaster is confirmed.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